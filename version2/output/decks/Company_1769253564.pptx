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Strategic Analysis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The company is producing a WWII horror-thriller film starring Ross Marquand.</a:t>
            </a:r>
          </a:p>
          <a:p>
            <a:pPr>
              <a:spcAft>
                <a:spcPts val="1200"/>
              </a:spcAft>
              <a:defRPr sz="1800"/>
            </a:pPr>
            <a:r>
              <a:t>Ross Marquand, a star from 'The Walking Dead', is leading the upcoming film.</a:t>
            </a:r>
          </a:p>
          <a:p>
            <a:pPr>
              <a:spcAft>
                <a:spcPts val="1200"/>
              </a:spcAft>
              <a:defRPr sz="1800"/>
            </a:pPr>
            <a:r>
              <a:t>The film features a plot involving a UFO, adding a sci-fi element to the horror genre.</a:t>
            </a:r>
          </a:p>
          <a:p>
            <a:pPr>
              <a:spcAft>
                <a:spcPts val="1200"/>
              </a:spcAft>
              <a:defRPr sz="1800"/>
            </a:pPr>
            <a:r>
              <a:t>The company's name is associated with a separate business, Noodles and Company, which is closing locations in Will County.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The entertainment and food service market is driven by increasing consumer spending on experiences.</a:t>
            </a:r>
          </a:p>
          <a:p>
            <a:pPr>
              <a:spcAft>
                <a:spcPts val="1200"/>
              </a:spcAft>
              <a:defRPr sz="1800"/>
            </a:pPr>
            <a:r>
              <a:t>Online ordering and delivery services are growing 15% annually, outpacing overall market growth.</a:t>
            </a:r>
          </a:p>
          <a:p>
            <a:pPr>
              <a:spcAft>
                <a:spcPts val="1200"/>
              </a:spcAft>
              <a:defRPr sz="1800"/>
            </a:pPr>
            <a:r>
              <a:t>Sustainability and eco-friendliness are becoming key differentiators for food service providers.</a:t>
            </a:r>
          </a:p>
          <a:p>
            <a:pPr>
              <a:spcAft>
                <a:spcPts val="1200"/>
              </a:spcAft>
              <a:defRPr sz="1800"/>
            </a:pPr>
            <a:r>
              <a:t>The rise of streaming services is changing consumer behavior, with 70% of users reporting reduced cinema attendance.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Disney: Leader in entertainment services with a strong brand portfolio and diverse offerings.</a:t>
            </a:r>
          </a:p>
          <a:p>
            <a:pPr>
              <a:spcAft>
                <a:spcPts val="1200"/>
              </a:spcAft>
              <a:defRPr sz="1800"/>
            </a:pPr>
            <a:r>
              <a:t>McDonald's: Dominant player in fast food with a wide global presence and affordable menu options.</a:t>
            </a:r>
          </a:p>
          <a:p>
            <a:pPr>
              <a:spcAft>
                <a:spcPts val="1200"/>
              </a:spcAft>
              <a:defRPr sz="1800"/>
            </a:pPr>
            <a:r>
              <a:t>Universal Studios: Major competitor in theme park entertainment with immersive experiences and popular franchises.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Highlight 1: The company's market capitalization is $0, indicating a lack of investor confidence or a potential delisting.</a:t>
            </a:r>
          </a:p>
          <a:p>
            <a:pPr>
              <a:spcAft>
                <a:spcPts val="1200"/>
              </a:spcAft>
              <a:defRPr sz="1800"/>
            </a:pPr>
            <a:r>
              <a:t>Highlight 2: With $0 revenue and 0.00% profit margin, the company is not generating any income or profits.</a:t>
            </a:r>
          </a:p>
          <a:p>
            <a:pPr>
              <a:spcAft>
                <a:spcPts val="1200"/>
              </a:spcAft>
              <a:defRPr sz="1800"/>
            </a:pPr>
            <a:r>
              <a:t>Highlight 3: The current price of $0.00 and 52-week range of $0.00 - $0.00 suggest a highly illiquid or inactive stock.</a:t>
            </a:r>
          </a:p>
          <a:p>
            <a:pPr>
              <a:spcAft>
                <a:spcPts val="1200"/>
              </a:spcAft>
              <a:defRPr sz="1800"/>
            </a:pPr>
            <a:r>
              <a:t>Highlight 4: The company's P/E ratio of 0 implies that investors are not willing to pay for the company's earnings, likely due to its unprofitable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Key 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Risk assessment unavailable (UNKNOWN): Unable to analyze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Recommendation 1: Secure funding or investment to support film production and marketing efforts.</a:t>
            </a:r>
          </a:p>
          <a:p>
            <a:pPr>
              <a:spcAft>
                <a:spcPts val="1200"/>
              </a:spcAft>
              <a:defRPr sz="1800"/>
            </a:pPr>
            <a:r>
              <a:t>Recommendation 2: Develop a robust online presence to promote the film and engage with potential consumers.</a:t>
            </a:r>
          </a:p>
          <a:p>
            <a:pPr>
              <a:spcAft>
                <a:spcPts val="1200"/>
              </a:spcAft>
              <a:defRPr sz="1800"/>
            </a:pPr>
            <a:r>
              <a:t>Recommendation 3: Explore partnerships or collaborations with established entertainment or food service companies to enhance credibility and reach.</a:t>
            </a:r>
          </a:p>
          <a:p>
            <a:pPr>
              <a:spcAft>
                <a:spcPts val="1200"/>
              </a:spcAft>
              <a:defRPr sz="1800"/>
            </a:pPr>
            <a:r>
              <a:t>Recommendation 4: Diversify revenue streams by expanding into related business areas, such as film-themed dining experiences or merchandise sales.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SWOT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Strength: Production of a unique WWII horror-thriller film with a known star, Ross Marquand.</a:t>
            </a:r>
          </a:p>
          <a:p>
            <a:pPr>
              <a:spcAft>
                <a:spcPts val="1200"/>
              </a:spcAft>
              <a:defRPr sz="1800"/>
            </a:pPr>
            <a:r>
              <a:t>Weakness: Lack of market capitalization and revenue generation.</a:t>
            </a:r>
          </a:p>
          <a:p>
            <a:pPr>
              <a:spcAft>
                <a:spcPts val="1200"/>
              </a:spcAft>
              <a:defRPr sz="1800"/>
            </a:pPr>
            <a:r>
              <a:t>Opportunity: Growing demand for experiential entertainment and food services.</a:t>
            </a:r>
          </a:p>
          <a:p>
            <a:pPr>
              <a:spcAft>
                <a:spcPts val="1200"/>
              </a:spcAft>
              <a:defRPr sz="1800"/>
            </a:pPr>
            <a:r>
              <a:t>Threat: Uncertainty and potential risks due to unavailable risk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Immediate (0-3 months): Execute quick wins and foundational initiatives</a:t>
            </a:r>
          </a:p>
          <a:p>
            <a:pPr>
              <a:spcAft>
                <a:spcPts val="1200"/>
              </a:spcAft>
              <a:defRPr sz="1800"/>
            </a:pPr>
            <a:r>
              <a:t>Short-term (3-6 months): Build momentum with strategic priorities</a:t>
            </a:r>
          </a:p>
          <a:p>
            <a:pPr>
              <a:spcAft>
                <a:spcPts val="1200"/>
              </a:spcAft>
              <a:defRPr sz="1800"/>
            </a:pPr>
            <a:r>
              <a:t>Medium-term (6-12 months): Scale successful initiatives and optimize</a:t>
            </a:r>
          </a:p>
          <a:p>
            <a:pPr>
              <a:spcAft>
                <a:spcPts val="1200"/>
              </a:spcAft>
              <a:defRPr sz="1800"/>
            </a:pPr>
            <a:r>
              <a:t>Ongoing: Monitor KPIs and adjust strategy based on market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