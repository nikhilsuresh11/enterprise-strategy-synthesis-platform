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Strategic Analysis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Hyundai plans to launch 42 new cars to adapt to changing market conditions.</a:t>
            </a:r>
          </a:p>
          <a:p>
            <a:pPr>
              <a:spcAft>
                <a:spcPts val="1200"/>
              </a:spcAft>
              <a:defRPr sz="1800"/>
            </a:pPr>
            <a:r>
              <a:t>The company has seen growth in sales, with one of its SUVs recording its highest-ever monthly sales in September.</a:t>
            </a:r>
          </a:p>
          <a:p>
            <a:pPr>
              <a:spcAft>
                <a:spcPts val="1200"/>
              </a:spcAft>
              <a:defRPr sz="1800"/>
            </a:pPr>
            <a:r>
              <a:t>Hyundai has appointed Bang Sun Jeong to head the Middle East and Africa (MEA) Region.</a:t>
            </a:r>
          </a:p>
          <a:p>
            <a:pPr>
              <a:spcAft>
                <a:spcPts val="1200"/>
              </a:spcAft>
              <a:defRPr sz="1800"/>
            </a:pPr>
            <a:r>
              <a:t>The company's financials are not publicly disclosed, with a market cap and revenue of $0.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Electrification is driving growth, with EV sales expected to rise by 20% annually</a:t>
            </a:r>
          </a:p>
          <a:p>
            <a:pPr>
              <a:spcAft>
                <a:spcPts val="1200"/>
              </a:spcAft>
              <a:defRPr sz="1800"/>
            </a:pPr>
            <a:r>
              <a:t>Asia-Pacific region dominates the market, accounting for over 50% of global sales</a:t>
            </a:r>
          </a:p>
          <a:p>
            <a:pPr>
              <a:spcAft>
                <a:spcPts val="1200"/>
              </a:spcAft>
              <a:defRPr sz="1800"/>
            </a:pPr>
            <a:r>
              <a:t>Autonomous vehicles are gaining traction, with investment exceeding $10 billion in 2022</a:t>
            </a:r>
          </a:p>
          <a:p>
            <a:pPr>
              <a:spcAft>
                <a:spcPts val="1200"/>
              </a:spcAft>
              <a:defRPr sz="1800"/>
            </a:pPr>
            <a:r>
              <a:t>Sustainability and digitalization are key trends, with 75% of consumers considering eco-friendliness when purchasing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Maruti Suzuki: Maruti Suzuki is the market leader in India with a strong distribution network and wide range of affordable models.</a:t>
            </a:r>
          </a:p>
          <a:p>
            <a:pPr>
              <a:spcAft>
                <a:spcPts val="1200"/>
              </a:spcAft>
              <a:defRPr sz="1800"/>
            </a:pPr>
            <a:r>
              <a:t>Tata Motors: Tata Motors is a close competitor to Hyundai in India, with a strong brand presence and improving product quality.</a:t>
            </a:r>
          </a:p>
          <a:p>
            <a:pPr>
              <a:spcAft>
                <a:spcPts val="1200"/>
              </a:spcAft>
              <a:defRPr sz="1800"/>
            </a:pPr>
            <a:r>
              <a:t>Mahindra &amp; Mahindra: Mahindra &amp; Mahindra is a key competitor in the SUV segment, with a strong portfolio of rugged and feature-rich vehicles.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Highlight 1: The market capitalization is $0, indicating an unknown or non-existent valuation.</a:t>
            </a:r>
          </a:p>
          <a:p>
            <a:pPr>
              <a:spcAft>
                <a:spcPts val="1200"/>
              </a:spcAft>
              <a:defRPr sz="1800"/>
            </a:pPr>
            <a:r>
              <a:t>Highlight 2: With $0 revenue, the company lacks a measurable profitability or revenue trend.</a:t>
            </a:r>
          </a:p>
          <a:p>
            <a:pPr>
              <a:spcAft>
                <a:spcPts val="1200"/>
              </a:spcAft>
              <a:defRPr sz="1800"/>
            </a:pPr>
            <a:r>
              <a:t>Highlight 3: A 0.00% profit margin suggests the company is not generating any net income.</a:t>
            </a:r>
          </a:p>
          <a:p>
            <a:pPr>
              <a:spcAft>
                <a:spcPts val="1200"/>
              </a:spcAft>
              <a:defRPr sz="1800"/>
            </a:pPr>
            <a:r>
              <a:t>Highlight 4: The P/E ratio of 0 implies that the company's stock price is not supported by earnings.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Risk assessment unavailable (UNKNOWN): Unable to analyze risks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Launch a range of electric and hybrid vehicles to capitalize on the 20% annual growth in EV sales in the Indian market.</a:t>
            </a:r>
          </a:p>
          <a:p>
            <a:pPr>
              <a:spcAft>
                <a:spcPts val="1200"/>
              </a:spcAft>
              <a:defRPr sz="1800"/>
            </a:pPr>
            <a:r>
              <a:t>Invest in local manufacturing and assembly operations to reduce costs and increase competitiveness in the Indian market.</a:t>
            </a:r>
          </a:p>
          <a:p>
            <a:pPr>
              <a:spcAft>
                <a:spcPts val="1200"/>
              </a:spcAft>
              <a:defRPr sz="1800"/>
            </a:pPr>
            <a:r>
              <a:t>Develop strategic partnerships with local suppliers and technology companies to enhance the company's presence and offerings in the region.</a:t>
            </a:r>
          </a:p>
          <a:p>
            <a:pPr>
              <a:spcAft>
                <a:spcPts val="1200"/>
              </a:spcAft>
              <a:defRPr sz="1800"/>
            </a:pPr>
            <a:r>
              <a:t>Implement a targeted marketing and branding strategy to raise awareness and appeal of Hyundai's products among Indian consumers.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Strength: Hyundai's planned launch of 42 new cars demonstrates its ability to adapt to changing market conditions and invest in new products.</a:t>
            </a:r>
          </a:p>
          <a:p>
            <a:pPr>
              <a:spcAft>
                <a:spcPts val="1200"/>
              </a:spcAft>
              <a:defRPr sz="1800"/>
            </a:pPr>
            <a:r>
              <a:t>Weakness: The company's unknown market capitalization and lack of measurable profitability indicate significant financial risks and uncertainties.</a:t>
            </a:r>
          </a:p>
          <a:p>
            <a:pPr>
              <a:spcAft>
                <a:spcPts val="1200"/>
              </a:spcAft>
              <a:defRPr sz="1800"/>
            </a:pPr>
            <a:r>
              <a:t>Opportunity: The growing demand for electric vehicles in the Indian market presents a significant opportunity for Hyundai to increase its market share and revenue.</a:t>
            </a:r>
          </a:p>
          <a:p>
            <a:pPr>
              <a:spcAft>
                <a:spcPts val="1200"/>
              </a:spcAft>
              <a:defRPr sz="1800"/>
            </a:pPr>
            <a:r>
              <a:t>Threat: The competitive landscape of the Indian automotive market, with multiple established players, poses a significant threat to Hyundai's growth and profitability.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Immediate (0-3 months): Execute quick wins and foundational initiatives</a:t>
            </a:r>
          </a:p>
          <a:p>
            <a:pPr>
              <a:spcAft>
                <a:spcPts val="1200"/>
              </a:spcAft>
              <a:defRPr sz="1800"/>
            </a:pPr>
            <a:r>
              <a:t>Short-term (3-6 months): Build momentum with strategic priorities</a:t>
            </a:r>
          </a:p>
          <a:p>
            <a:pPr>
              <a:spcAft>
                <a:spcPts val="1200"/>
              </a:spcAft>
              <a:defRPr sz="1800"/>
            </a:pPr>
            <a:r>
              <a:t>Medium-term (6-12 months): Scale successful initiatives and optimize</a:t>
            </a:r>
          </a:p>
          <a:p>
            <a:pPr>
              <a:spcAft>
                <a:spcPts val="1200"/>
              </a:spcAft>
              <a:defRPr sz="1800"/>
            </a:pPr>
            <a:r>
              <a:t>Ongoing: Monitor KPIs and adjust strategy based on market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